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Introduction</a:t>
            </a:r>
          </a:p>
          <a:p/>
          <a:p>
            <a:r>
              <a:t>Name: 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the simulation of human intelligence in machines.</a:t>
            </a:r>
          </a:p>
          <a:p>
            <a:r>
              <a:t>Examples:</a:t>
            </a:r>
          </a:p>
          <a:p>
            <a:r>
              <a:t>- Siri, Alexa</a:t>
            </a:r>
          </a:p>
          <a:p>
            <a:r>
              <a:t>- Self-driving cars</a:t>
            </a:r>
          </a:p>
          <a:p>
            <a:r>
              <a:t>- Chatbots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is a subset of AI that allows systems to learn from data.</a:t>
            </a:r>
          </a:p>
          <a:p>
            <a:r>
              <a:t>No explicit programming needed.</a:t>
            </a:r>
          </a:p>
          <a:p>
            <a:r>
              <a:t>Improves with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Supervised Learning</a:t>
            </a:r>
          </a:p>
          <a:p>
            <a:r>
              <a:t>2. Unsupervised Learning</a:t>
            </a:r>
          </a:p>
          <a:p>
            <a:r>
              <a:t>3. Reinforcement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Healthcare</a:t>
            </a:r>
          </a:p>
          <a:p>
            <a:r>
              <a:t>- Finance</a:t>
            </a:r>
          </a:p>
          <a:p>
            <a:r>
              <a:t>- E-commerce</a:t>
            </a:r>
          </a:p>
          <a:p>
            <a:r>
              <a:t>- Robotics</a:t>
            </a:r>
          </a:p>
          <a:p>
            <a:r>
              <a:t>- Social 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Automation</a:t>
            </a:r>
          </a:p>
          <a:p>
            <a:r>
              <a:t>- Faster decision making</a:t>
            </a:r>
          </a:p>
          <a:p>
            <a:r>
              <a:t>- Accuracy</a:t>
            </a:r>
          </a:p>
          <a:p>
            <a:r>
              <a:t>- Personalization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privacy</a:t>
            </a:r>
          </a:p>
          <a:p>
            <a:r>
              <a:t>- Bias in algorithms</a:t>
            </a:r>
          </a:p>
          <a:p>
            <a:r>
              <a:t>- High cost</a:t>
            </a:r>
          </a:p>
          <a:p>
            <a:r>
              <a:t>- Lack of transparency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More automation</a:t>
            </a:r>
          </a:p>
          <a:p>
            <a:r>
              <a:t>- AI in daily life</a:t>
            </a:r>
          </a:p>
          <a:p>
            <a:r>
              <a:t>- Smarter systems</a:t>
            </a:r>
          </a:p>
          <a:p>
            <a:r>
              <a:t>- Ethical AI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&amp; ML are transforming the world.</a:t>
            </a:r>
          </a:p>
          <a:p>
            <a:r>
              <a:t>Understanding them is key for future careers.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